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C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502920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1C2B12"/>
          </a:solidFill>
          <a:ln w="12700">
            <a:solidFill>
              <a:srgbClr val="1C2B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57816" y="59436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57816" y="78638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1975104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PubMaxing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price-aware London pub crawl planner.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101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4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truth + setting + story. Now wired to Supabase for real Pint Drops.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321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Manoharan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6509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5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Pub culture, mapped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8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PUBMAXING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discovery is a directory business. It still misses the one number everyone asks at the bar.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57232" y="475488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1C2B12"/>
          </a:solidFill>
          <a:ln w="12700">
            <a:solidFill>
              <a:srgbClr val="1C2B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12680" y="5669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12680" y="7589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993392"/>
            <a:ext cx="324612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49424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6207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Price is invisible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2734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pint can swing from £4.20 to nearly £8 across London. You usually find out only after the round lands.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07408" y="1993392"/>
            <a:ext cx="324612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249424"/>
            <a:ext cx="502920" cy="50292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86207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trust layer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63440" y="3218688"/>
            <a:ext cx="2734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show where pubs are. They do not tell you whether the price is fresh, sourced, contributed, or just guessed.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156448" y="1993392"/>
            <a:ext cx="3246120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249424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86207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Culture is fading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12480" y="3218688"/>
            <a:ext cx="2734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pubs are closing, and the stories that make them worth saving rarely make it onto the map.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41248" y="489204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EDF4E6"/>
          </a:solidFill>
          <a:ln w="12700">
            <a:solidFill>
              <a:srgbClr val="D4E4C8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0704" y="5074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87168" y="499262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data is not the list of pubs. It is the live community layer: what people paid, what they saw, and what they remember.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58368" y="64465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build: MapLibre planner, Supabase project connected, storage bucket live.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C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PUBMAXING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user-built data moat: the price can only stay accurate if people on the ground keep dropping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57232" y="475488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F4F8EF"/>
          </a:solidFill>
          <a:ln w="12700">
            <a:solidFill>
              <a:srgbClr val="F4F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12680" y="5669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12680" y="7589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3,000+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04672" y="25968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pint prices already in the seed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12464" y="19751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12464" y="25968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pub apps combining price, setting and provenance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65392" y="19751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drop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565392" y="25968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visit into fresh data, photo evidence and local memory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515600" cy="1170432"/>
          </a:xfrm>
          <a:prstGeom prst="roundRect">
            <a:avLst>
              <a:gd name="adj" fmla="val 6250"/>
            </a:avLst>
          </a:prstGeom>
          <a:solidFill>
            <a:srgbClr val="344528"/>
          </a:solidFill>
          <a:ln w="12700">
            <a:solidFill>
              <a:srgbClr val="506340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33856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C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12848" y="4041648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People choose pubs on price and setting and story.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21992" y="4480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£6 pint by the Thames can beat a £4.50 one under a flyover. PubMaxing makes that trade-off explicit, routeable and contributable.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8368" y="64465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current prices, public memory, provenance labels, and venue-level story signals.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8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PUBMAXING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map. Three layers that make a crawl worth leaving the house for.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57232" y="475488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1C2B12"/>
          </a:solidFill>
          <a:ln w="12700">
            <a:solidFill>
              <a:srgbClr val="1C2B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12680" y="5669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12680" y="7589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30552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85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Price truth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2734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prices plus community Pint Drops. The map can show a fresh contributor price without erasing the source of the original data.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07408" y="187452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30552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743200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Setting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63440" y="3099816"/>
            <a:ext cx="2734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water, beer garden, live sports, food and route window. It is a geospatial planner, not a generic pub list.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156448" y="187452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130552"/>
            <a:ext cx="502920" cy="50292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185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12480" y="3099816"/>
            <a:ext cx="2734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Heritage, Writer Trail and The Landlord. Every claim needs provenance: Sourced, Contributor, Anecdote or Needs Source.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86384" y="4974336"/>
            <a:ext cx="10716768" cy="749808"/>
          </a:xfrm>
          <a:prstGeom prst="roundRect">
            <a:avLst>
              <a:gd name="adj" fmla="val 9756"/>
            </a:avLst>
          </a:prstGeom>
          <a:solidFill>
            <a:srgbClr val="7AC943"/>
          </a:solidFill>
          <a:ln w="12700">
            <a:solidFill>
              <a:srgbClr val="7AC94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57216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Payoff: the best-value crawl through a neighbourhood, ranked by price, filtered by setting, and made memorable by story.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8368" y="64465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route planner: Suggested Crawl + Build Your Own + Venue Detail + Pint Drops.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C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PUBMAXING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should see in three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57232" y="475488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F4F8EF"/>
          </a:solidFill>
          <a:ln w="12700">
            <a:solidFill>
              <a:srgbClr val="F4F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12680" y="5669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12680" y="7589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6629400" cy="4151376"/>
          </a:xfrm>
          <a:prstGeom prst="roundRect">
            <a:avLst>
              <a:gd name="adj" fmla="val 1762"/>
            </a:avLst>
          </a:prstGeom>
          <a:solidFill>
            <a:srgbClr val="16220F"/>
          </a:solidFill>
          <a:ln w="12700">
            <a:solidFill>
              <a:srgbClr val="506340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Users/karanmanoharan/conductor/workspaces/pubmax/chengdu/.context/ppt_assets/map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630936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5632704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screenshot: `/map` rendered with Supabase env and MapLibre.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7818120" y="1783080"/>
            <a:ext cx="402336" cy="402336"/>
          </a:xfrm>
          <a:prstGeom prst="ellipse">
            <a:avLst/>
          </a:prstGeom>
          <a:solidFill>
            <a:srgbClr val="7AC943"/>
          </a:solidFill>
          <a:ln w="12700">
            <a:solidFill>
              <a:srgbClr val="7AC9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83794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75904" y="177393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 the site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75904" y="20939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sells the wedge, then the map takes over.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7818120" y="2734056"/>
            <a:ext cx="402336" cy="402336"/>
          </a:xfrm>
          <a:prstGeom prst="ellipse">
            <a:avLst/>
          </a:prstGeom>
          <a:solidFill>
            <a:srgbClr val="7AC943"/>
          </a:solidFill>
          <a:ln w="12700">
            <a:solidFill>
              <a:srgbClr val="7AC9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7889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75904" y="27249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a crawl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375904" y="3044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price, water, heritage and crawl style.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7818120" y="3685032"/>
            <a:ext cx="402336" cy="402336"/>
          </a:xfrm>
          <a:prstGeom prst="ellipse">
            <a:avLst/>
          </a:prstGeom>
          <a:solidFill>
            <a:srgbClr val="7AC943"/>
          </a:solidFill>
          <a:ln w="12700">
            <a:solidFill>
              <a:srgbClr val="7AC9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373989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75904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Inspect a pub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75904" y="3995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price, latest Pint Drop, provenance and story.</a:t>
            </a:r>
            <a:endParaRPr lang="en-US" sz="1160" dirty="0"/>
          </a:p>
        </p:txBody>
      </p:sp>
      <p:sp>
        <p:nvSpPr>
          <p:cNvPr id="23" name="Shape 20"/>
          <p:cNvSpPr/>
          <p:nvPr/>
        </p:nvSpPr>
        <p:spPr>
          <a:xfrm>
            <a:off x="7818120" y="4636008"/>
            <a:ext cx="402336" cy="402336"/>
          </a:xfrm>
          <a:prstGeom prst="ellipse">
            <a:avLst/>
          </a:prstGeom>
          <a:solidFill>
            <a:srgbClr val="7AC943"/>
          </a:solidFill>
          <a:ln w="12700">
            <a:solidFill>
              <a:srgbClr val="7AC9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18120" y="469087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75904" y="46268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Drop the pint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8375904" y="4946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C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Supabase-backed contribution, photo-ready, reportable.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658368" y="64465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status: Supabase tables and storage bucket verified; photo UI is the next completion step.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8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PUBMAXING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Production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no longer just a static prototype. The backend boundary is in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57232" y="475488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1C2B12"/>
          </a:solidFill>
          <a:ln w="12700">
            <a:solidFill>
              <a:srgbClr val="1C2B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12680" y="56692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12680" y="7589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9194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2084832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39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Supabase persistence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97280" y="305409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connected. `visit_reports` and `pub_heritage` tables exist. `pint-drops` storage bucket exists.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236208" y="1828800"/>
            <a:ext cx="49194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084832"/>
            <a:ext cx="502920" cy="50292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39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69748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Photo + moderation path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305409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ship slice: pint photo, venue photo, report reason, hidden queue and restore flow.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41248" y="4069080"/>
            <a:ext cx="49194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7280" y="4325112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799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Landlord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7280" y="529437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over trusted venue facts. Must reject client-supplied context as source truth.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236208" y="4069080"/>
            <a:ext cx="49194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4CA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325112"/>
            <a:ext cx="502920" cy="502920"/>
          </a:xfrm>
          <a:prstGeom prst="ellipse">
            <a:avLst/>
          </a:prstGeom>
          <a:solidFill>
            <a:srgbClr val="4E8B23"/>
          </a:solidFill>
          <a:ln w="12700">
            <a:solidFill>
              <a:srgbClr val="4E8B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3799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Release discipline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92240" y="529437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browser screenshots, Supabase smoke and rollback docs before public contribution launch.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58368" y="64465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rule: no public Pint Drop should ever be acknowledged into process memory.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AC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502920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1C2B12"/>
          </a:solidFill>
          <a:ln w="12700">
            <a:solidFill>
              <a:srgbClr val="1C2B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57816" y="59436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MAXXING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57816" y="78638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2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PubMaxing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5295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4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data cannot be bought. It has to be poured.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54880"/>
            <a:ext cx="8092440" cy="713232"/>
          </a:xfrm>
          <a:prstGeom prst="roundRect">
            <a:avLst>
              <a:gd name="adj" fmla="val 10256"/>
            </a:avLst>
          </a:prstGeom>
          <a:solidFill>
            <a:srgbClr val="DEF0D1"/>
          </a:solidFill>
          <a:ln w="12700">
            <a:solidFill>
              <a:srgbClr val="DEF0D1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495604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C2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finish Pint Drop photos, verify provenance, and ship the demo.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731520" y="5998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5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Manoharan  ·  Live London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PubMaxing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PubMaxing - Demo Pitch</dc:title>
  <dc:subject>PubMaxing demo deck</dc:subject>
  <dc:creator>Karan Manoharan</dc:creator>
  <cp:lastModifiedBy>Karan Manoharan</cp:lastModifiedBy>
  <cp:revision>1</cp:revision>
  <dcterms:created xsi:type="dcterms:W3CDTF">2026-07-04T13:30:27Z</dcterms:created>
  <dcterms:modified xsi:type="dcterms:W3CDTF">2026-07-04T13:30:27Z</dcterms:modified>
</cp:coreProperties>
</file>